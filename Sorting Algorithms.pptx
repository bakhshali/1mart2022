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63" r:id="rId2"/>
    <p:sldId id="265" r:id="rId3"/>
    <p:sldId id="266" r:id="rId4"/>
    <p:sldId id="271" r:id="rId5"/>
    <p:sldId id="267" r:id="rId6"/>
    <p:sldId id="272" r:id="rId7"/>
    <p:sldId id="268" r:id="rId8"/>
    <p:sldId id="273" r:id="rId9"/>
    <p:sldId id="270" r:id="rId10"/>
    <p:sldId id="274" r:id="rId11"/>
    <p:sldId id="276" r:id="rId12"/>
    <p:sldId id="275" r:id="rId13"/>
    <p:sldId id="277" r:id="rId14"/>
    <p:sldId id="27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1882106-885B-4457-A3C9-6068C657E96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14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85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19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4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86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12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19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45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66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81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55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7743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65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80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12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77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30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82106-885B-4457-A3C9-6068C657E96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829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62CF68-AF74-4A50-AB74-2D95F4FA60B0}"/>
              </a:ext>
            </a:extLst>
          </p:cNvPr>
          <p:cNvSpPr txBox="1"/>
          <p:nvPr/>
        </p:nvSpPr>
        <p:spPr>
          <a:xfrm>
            <a:off x="1851738" y="418621"/>
            <a:ext cx="84885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Sorting 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Algorithms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4E7CE7-2B47-493E-B799-067DD8F4457E}"/>
              </a:ext>
            </a:extLst>
          </p:cNvPr>
          <p:cNvSpPr/>
          <p:nvPr/>
        </p:nvSpPr>
        <p:spPr>
          <a:xfrm>
            <a:off x="0" y="1660696"/>
            <a:ext cx="1221568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Array-də aradıcıl olmayan elementləri artan sıra ilə (müəyyən ardıcıllıqla) yerləşdirən alqoritmdir</a:t>
            </a:r>
            <a:endParaRPr 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4098" name="Picture 2" descr="Sorting Algorithm - CodeCrucks">
            <a:extLst>
              <a:ext uri="{FF2B5EF4-FFF2-40B4-BE49-F238E27FC236}">
                <a16:creationId xmlns:a16="http://schemas.microsoft.com/office/drawing/2014/main" id="{E8B42C69-FF06-41C2-A6EC-3100924FE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5938" y="3425991"/>
            <a:ext cx="4213256" cy="2528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7447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mparison Sorting Algorithms and Mystery of NlogN complexity | by Kamyar  Ghasemlou | Medium">
            <a:extLst>
              <a:ext uri="{FF2B5EF4-FFF2-40B4-BE49-F238E27FC236}">
                <a16:creationId xmlns:a16="http://schemas.microsoft.com/office/drawing/2014/main" id="{FE84476D-9CC2-4F62-8518-A60A6306D78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932" y="1336709"/>
            <a:ext cx="9802963" cy="4961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6DD6A9-85D2-42BF-B26A-AA49B9883E43}"/>
              </a:ext>
            </a:extLst>
          </p:cNvPr>
          <p:cNvSpPr/>
          <p:nvPr/>
        </p:nvSpPr>
        <p:spPr>
          <a:xfrm>
            <a:off x="2579423" y="195942"/>
            <a:ext cx="756598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Sorting </a:t>
            </a:r>
            <a:r>
              <a:rPr lang="en-US" sz="48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Alqoritml</a:t>
            </a:r>
            <a:r>
              <a:rPr lang="az-Latn-AZ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ərin növləri</a:t>
            </a:r>
            <a:endParaRPr 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9595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9DA4F4-7861-4A3A-BB15-02FB3A5520C8}"/>
              </a:ext>
            </a:extLst>
          </p:cNvPr>
          <p:cNvSpPr txBox="1"/>
          <p:nvPr/>
        </p:nvSpPr>
        <p:spPr>
          <a:xfrm>
            <a:off x="1851738" y="872271"/>
            <a:ext cx="84885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z-Latn-AZ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İnsertion 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Sorting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7727D9-EB22-4667-BE8C-CE1B14476831}"/>
              </a:ext>
            </a:extLst>
          </p:cNvPr>
          <p:cNvSpPr/>
          <p:nvPr/>
        </p:nvSpPr>
        <p:spPr>
          <a:xfrm>
            <a:off x="560205" y="2107744"/>
            <a:ext cx="11332844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Ən sadə sorting algortimlərindəndir.Ancaq performansı digər sortinglərə görə nisbətən yavaş sorting algoritmdir.</a:t>
            </a:r>
          </a:p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Array faktiki olaraq sorted və unsorted hissəyə bölünür.</a:t>
            </a:r>
          </a:p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Unserted hissədən dəyərlər seçilir və sorted hissədə düzgün mövqeyə yerləşirilir.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2615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F779E0-118A-4D69-AD87-CE2CBC8F34E1}"/>
              </a:ext>
            </a:extLst>
          </p:cNvPr>
          <p:cNvSpPr/>
          <p:nvPr/>
        </p:nvSpPr>
        <p:spPr>
          <a:xfrm>
            <a:off x="1535508" y="205474"/>
            <a:ext cx="202972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Example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026" name="Picture 2" descr="Algorithms for Beginners — Bubble Sort, Insertion Sort, Merge Sort | Insertion  sort, Bubble sort, Algorithm">
            <a:extLst>
              <a:ext uri="{FF2B5EF4-FFF2-40B4-BE49-F238E27FC236}">
                <a16:creationId xmlns:a16="http://schemas.microsoft.com/office/drawing/2014/main" id="{C147BBFC-EEC2-4109-A54F-4D00495D472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323" y="1784286"/>
            <a:ext cx="6073353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461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B9A0EC-950D-4554-B023-D46D54D247FB}"/>
              </a:ext>
            </a:extLst>
          </p:cNvPr>
          <p:cNvSpPr txBox="1"/>
          <p:nvPr/>
        </p:nvSpPr>
        <p:spPr>
          <a:xfrm>
            <a:off x="1560599" y="587255"/>
            <a:ext cx="84885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z-Latn-AZ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Selection 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Sorting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8F0EAF-31FA-40F9-93FC-2AE0D6023C03}"/>
              </a:ext>
            </a:extLst>
          </p:cNvPr>
          <p:cNvSpPr/>
          <p:nvPr/>
        </p:nvSpPr>
        <p:spPr>
          <a:xfrm>
            <a:off x="109657" y="2164903"/>
            <a:ext cx="12206751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Selection sorting alqoritimi Array-in içərisində olan ən kiçik elementi tapır, array-in əvvəlinə gətirir və bunu təkrar-təkrar edərək alqoritimi tamamlayır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01749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18AE1F-7ED7-4891-B3ED-94FA32C1FC94}"/>
              </a:ext>
            </a:extLst>
          </p:cNvPr>
          <p:cNvSpPr/>
          <p:nvPr/>
        </p:nvSpPr>
        <p:spPr>
          <a:xfrm>
            <a:off x="1535508" y="205474"/>
            <a:ext cx="202972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Example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2050" name="Picture 2" descr="Sorting Notes - HackMD">
            <a:extLst>
              <a:ext uri="{FF2B5EF4-FFF2-40B4-BE49-F238E27FC236}">
                <a16:creationId xmlns:a16="http://schemas.microsoft.com/office/drawing/2014/main" id="{4C3D4078-072D-4D2C-94FC-C6A45CC97FB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226" y="2561545"/>
            <a:ext cx="8523688" cy="1734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1858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DA0B79F-04DA-4EB1-AFE4-A28D8A068EC7}"/>
              </a:ext>
            </a:extLst>
          </p:cNvPr>
          <p:cNvSpPr txBox="1"/>
          <p:nvPr/>
        </p:nvSpPr>
        <p:spPr>
          <a:xfrm>
            <a:off x="1851738" y="93306"/>
            <a:ext cx="84885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z-Latn-AZ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Merge 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Sorting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FD774E-4D08-43C3-A0B3-89A52FEE3B1F}"/>
              </a:ext>
            </a:extLst>
          </p:cNvPr>
          <p:cNvSpPr/>
          <p:nvPr/>
        </p:nvSpPr>
        <p:spPr>
          <a:xfrm>
            <a:off x="222378" y="1315216"/>
            <a:ext cx="11747241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Merg Sort Böl və Fəth et alqoritimidir.</a:t>
            </a:r>
          </a:p>
          <a:p>
            <a:pPr algn="ctr"/>
            <a:r>
              <a:rPr lang="az-Latn-AZ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O giriş array-ini 2 hissəyə bölür, taki array tam parçalanana qədər.</a:t>
            </a:r>
          </a:p>
          <a:p>
            <a:pPr algn="ctr"/>
            <a:r>
              <a:rPr lang="az-Latn-AZ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Daha sonra parçalanmış hissələri birləşdirir.</a:t>
            </a:r>
          </a:p>
          <a:p>
            <a:pPr algn="ctr"/>
            <a:r>
              <a:rPr lang="az-Latn-AZ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Merg funksiyası iki yarını birləşdirmək üçün istifadə olunur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46811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2A2062-62D9-4BB3-B29A-AD9155423D3F}"/>
              </a:ext>
            </a:extLst>
          </p:cNvPr>
          <p:cNvSpPr/>
          <p:nvPr/>
        </p:nvSpPr>
        <p:spPr>
          <a:xfrm>
            <a:off x="1535508" y="205474"/>
            <a:ext cx="202972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Example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CE0013C-D408-4F51-A5AA-6DB5BA542FF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306" y="1955930"/>
            <a:ext cx="5341387" cy="320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4478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2F47E5-0D4E-41E7-A5D2-A985D055FBB9}"/>
              </a:ext>
            </a:extLst>
          </p:cNvPr>
          <p:cNvSpPr txBox="1"/>
          <p:nvPr/>
        </p:nvSpPr>
        <p:spPr>
          <a:xfrm>
            <a:off x="1851738" y="877694"/>
            <a:ext cx="84885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z-Latn-AZ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Bubble 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Sorting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8C1FA1-E4AF-4745-AE4D-F3A6A034C362}"/>
              </a:ext>
            </a:extLst>
          </p:cNvPr>
          <p:cNvSpPr/>
          <p:nvPr/>
        </p:nvSpPr>
        <p:spPr>
          <a:xfrm>
            <a:off x="496112" y="2072391"/>
            <a:ext cx="1150782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Bubble Sort,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səhv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qaydada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olduqda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,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bitişik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elementləri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təkrar-təkrar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dəyişdirməklə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işləyən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ən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sadə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çeşidləmə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alqoritmidir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2954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lgorithm - Is it bubble sort or insertion sort? - Stack Overflow">
            <a:extLst>
              <a:ext uri="{FF2B5EF4-FFF2-40B4-BE49-F238E27FC236}">
                <a16:creationId xmlns:a16="http://schemas.microsoft.com/office/drawing/2014/main" id="{B02F6C8B-4D88-4E08-905F-565FD481F78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875" y="2407849"/>
            <a:ext cx="6400119" cy="2042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447779E-C35C-4A02-BFAF-E83D499BB69E}"/>
              </a:ext>
            </a:extLst>
          </p:cNvPr>
          <p:cNvSpPr/>
          <p:nvPr/>
        </p:nvSpPr>
        <p:spPr>
          <a:xfrm>
            <a:off x="1789014" y="494723"/>
            <a:ext cx="202972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Example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0787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F601DE-A264-41CD-9C32-5A65961D75E6}"/>
              </a:ext>
            </a:extLst>
          </p:cNvPr>
          <p:cNvSpPr txBox="1"/>
          <p:nvPr/>
        </p:nvSpPr>
        <p:spPr>
          <a:xfrm>
            <a:off x="1851738" y="429824"/>
            <a:ext cx="84885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z-Latn-AZ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Quick 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Sorting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5DC2E6-8EEB-44F7-A97D-D5911C18113F}"/>
              </a:ext>
            </a:extLst>
          </p:cNvPr>
          <p:cNvSpPr/>
          <p:nvPr/>
        </p:nvSpPr>
        <p:spPr>
          <a:xfrm>
            <a:off x="202164" y="1605080"/>
            <a:ext cx="11989836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Merge Sort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kimi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,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QuickSort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da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Böl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və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Fəth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et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alqoritmidir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. O,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elementi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pivot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kimi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seçir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və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verilmiş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az-Latn-AZ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array-i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seçilmiş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pivotun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ətrafında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bölür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.</a:t>
            </a:r>
            <a:endParaRPr lang="az-Latn-AZ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lang="az-Latn-AZ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Seçilən pivotdan kiçik olan elementlər pivotdan sol tərəfə böyük olanlar isə pivotun sol tərəfinə toplanır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97048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Data Structure and Algorithms - Quick Sort">
            <a:extLst>
              <a:ext uri="{FF2B5EF4-FFF2-40B4-BE49-F238E27FC236}">
                <a16:creationId xmlns:a16="http://schemas.microsoft.com/office/drawing/2014/main" id="{E13ACBE6-16FD-4AAD-BF8A-52667DEBCD1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2476500"/>
            <a:ext cx="47625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46E48FB-5B95-471F-93BC-2857C5BB00F1}"/>
              </a:ext>
            </a:extLst>
          </p:cNvPr>
          <p:cNvSpPr/>
          <p:nvPr/>
        </p:nvSpPr>
        <p:spPr>
          <a:xfrm>
            <a:off x="1789014" y="494723"/>
            <a:ext cx="202972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Example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9242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0CEC0D-1FED-4EDB-9BF0-9991AE367FEC}"/>
              </a:ext>
            </a:extLst>
          </p:cNvPr>
          <p:cNvSpPr txBox="1"/>
          <p:nvPr/>
        </p:nvSpPr>
        <p:spPr>
          <a:xfrm>
            <a:off x="1851738" y="429824"/>
            <a:ext cx="84885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z-Latn-AZ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Heap 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Sorting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B83654-D856-4D88-8EC2-649FF35D7809}"/>
              </a:ext>
            </a:extLst>
          </p:cNvPr>
          <p:cNvSpPr/>
          <p:nvPr/>
        </p:nvSpPr>
        <p:spPr>
          <a:xfrm>
            <a:off x="201174" y="1661064"/>
            <a:ext cx="11789649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u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alqoritmdə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biz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əvvəlcə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verilmiş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elementlərdən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istifadə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edərək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yığın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qururuq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. </a:t>
            </a:r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lementləri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artan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qaydada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çeşidləmək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üçün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Max Heap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yaradırıq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.</a:t>
            </a:r>
          </a:p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Heap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yaradıldıqdan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sonra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kök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az-Latn-AZ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qovşağı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sonuncu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qovşaqla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dəyişdiririk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və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son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qovşağı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heapdan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silirik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5037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F2FAD964-16A4-4A58-9E58-3FE45786B4D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891" y="1706918"/>
            <a:ext cx="5473570" cy="466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0EF9BEE-1A14-4262-96A5-5ECF6FB0404C}"/>
              </a:ext>
            </a:extLst>
          </p:cNvPr>
          <p:cNvSpPr/>
          <p:nvPr/>
        </p:nvSpPr>
        <p:spPr>
          <a:xfrm>
            <a:off x="1789014" y="494723"/>
            <a:ext cx="202972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Example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61285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1398</TotalTime>
  <Words>219</Words>
  <Application>Microsoft Office PowerPoint</Application>
  <PresentationFormat>Widescreen</PresentationFormat>
  <Paragraphs>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BAXŞƏLİ NƏZƏROV</dc:creator>
  <cp:lastModifiedBy>BAXŞƏLİ NƏZƏROV</cp:lastModifiedBy>
  <cp:revision>30</cp:revision>
  <dcterms:created xsi:type="dcterms:W3CDTF">2022-02-26T08:05:15Z</dcterms:created>
  <dcterms:modified xsi:type="dcterms:W3CDTF">2022-02-28T20:59:09Z</dcterms:modified>
</cp:coreProperties>
</file>